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6400800" y="502920"/>
            <a:ext cx="2240280" cy="2240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VERTMON LLC  ·  ХАМТАРСАН ТӨСЛИЙН УУЛЗАЛТ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VERTMON HUB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төлөвлөгөө ба ажлын дараалал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40080" y="382219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922776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37856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ХУГАЦАА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207008" y="4023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2026.06.10 – 06.30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383280" y="382219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392277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50208" y="37856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УУЛЗАЛТ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950208" y="4023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Лхагва бүр · 10:00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126480" y="382219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3922776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93408" y="37856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ЗОРИЛТ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6693408" y="4023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06.30 — Go-Live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Бэлтгэсэн: 2026.06.10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Өнөөгийн байдал — юу ажиллаж байна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223760" y="329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VERTMON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59077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441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458468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325880"/>
            <a:ext cx="1676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борлуулалтын агент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947672"/>
            <a:ext cx="21792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FB/IG чатад Gemini AI 8 хэрэгслээр автоматаар хариулна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76570" y="1143000"/>
            <a:ext cx="259077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76570" y="1143000"/>
            <a:ext cx="64008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7738" y="13441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038" y="145846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53810" y="1325880"/>
            <a:ext cx="1676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Үл хөдлөхийн CRM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05170" y="1947672"/>
            <a:ext cx="21792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Объект, лийд, үзүүлэх цаг, гэрээний бүрэн урсгал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95939" y="1143000"/>
            <a:ext cx="259077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95939" y="1143000"/>
            <a:ext cx="64008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6297107" y="13441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407" y="1458468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73179" y="1325880"/>
            <a:ext cx="1676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эрхийн систем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24539" y="1947672"/>
            <a:ext cx="21792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үүрэг, модуль бүрээр ялгасан хандалтын эрх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3017520"/>
            <a:ext cx="259077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3017520"/>
            <a:ext cx="64008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0"/>
          <p:cNvSpPr/>
          <p:nvPr/>
        </p:nvSpPr>
        <p:spPr>
          <a:xfrm>
            <a:off x="658368" y="3218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3332988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34440" y="3200400"/>
            <a:ext cx="1676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Менежер дуудах шилжүүлэг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85800" y="3822192"/>
            <a:ext cx="21792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хүн шилжих үед push мэдэгдэл шууд очно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276570" y="3017520"/>
            <a:ext cx="259077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76570" y="3017520"/>
            <a:ext cx="64008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Shape 25"/>
          <p:cNvSpPr/>
          <p:nvPr/>
        </p:nvSpPr>
        <p:spPr>
          <a:xfrm>
            <a:off x="3477738" y="3218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038" y="3332988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53810" y="3200400"/>
            <a:ext cx="1676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ба тайлан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505170" y="3822192"/>
            <a:ext cx="21792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ROI, судалгаа, KPI самбар, Excel экспорт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095939" y="3017520"/>
            <a:ext cx="259077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95939" y="3017520"/>
            <a:ext cx="64008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Shape 30"/>
          <p:cNvSpPr/>
          <p:nvPr/>
        </p:nvSpPr>
        <p:spPr>
          <a:xfrm>
            <a:off x="6297107" y="32186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407" y="3332988"/>
            <a:ext cx="228600" cy="2286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73179" y="3200400"/>
            <a:ext cx="16763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Аюулгүй байдал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324539" y="3822192"/>
            <a:ext cx="21792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webhook, rate limit, RLS бодлогын засварууд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Чадамжийн дэлгэрэнгүй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223760" y="329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VERTMON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379476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агентын чадамж — 8 хэрэгсэл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/ Instagram чатад 24/7 автоматаар: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3232" y="17830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17922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Орон сууц хайх — төрөл, үнэ, дүүрэг, өрөө, талбай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21534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8992" y="21625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Объектын зургийг чатад шууд илгээх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52374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2532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Ипотекийн зээлийн тооцоолуур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289407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29032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Үзүүлэх цаг товлох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26440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3273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Лийд (сонирхогч) автоматаар үүсгэх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36347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" y="36438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Нэр, утасны дугаар цуглуулах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40050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" y="40142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Менежер дуудах — хүнд шилжүүлэх + push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437540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" y="43845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Хэрэглэгчийн сонголтыг санах (дүүрэг, төсөв…)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051560"/>
            <a:ext cx="411480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1051560"/>
            <a:ext cx="64008" cy="3794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Платформын модулиуд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14630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Борлуулалтын багт зориулсан бүрэн CRM: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Хяналтын самбар (KPI)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6656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Объектын удирдлага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2221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Лийд / pipeline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66560" y="22219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Үзүүлэх цагийн товлолт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2633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Гэрээний бүртгэл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66560" y="2633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Харилцагчийн CRM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3044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inbox (FB/IG чат)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66560" y="3044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Тайлан, аналитик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3456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Маркетингийн ROI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66560" y="3456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Санал асуулга / судалгаа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00600" y="38679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туслах ба тохиргоо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66560" y="38679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Эрхийн удирдлага (RBAC)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0600" y="42793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мэдэгдэл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66560" y="42793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экспорт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Техникийн эрүүл мэнд — 2026.06.10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223760" y="329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VERTMON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9077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25907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847088"/>
            <a:ext cx="2225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алдаа (tsc --noEmit)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76570" y="1051560"/>
            <a:ext cx="259077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76570" y="1188720"/>
            <a:ext cx="25907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100/100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59450" y="1847088"/>
            <a:ext cx="2225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тест амжилттай (Vitest)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95939" y="1051560"/>
            <a:ext cx="259077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95939" y="1188720"/>
            <a:ext cx="25907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78819" y="1847088"/>
            <a:ext cx="2225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тест (Playwright)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0233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97480"/>
            <a:ext cx="64008" cy="21488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34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Сүүлд хийгдсэн ажлууд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3232" y="32004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RLS, SECURITY DEFINER, storage бодлогын засвар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Хуучин багана устгах migration хийгдсэн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гарын үсэг (HMAC, timing-safe) зөв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0233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697480"/>
            <a:ext cx="64008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834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Технологийн стек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19472" y="321868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321868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16.1.1 · React 19.2.3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9472" y="3479292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Хэл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347929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9472" y="373989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Өгөгдөл / Auth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3739896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 + RLS)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19472" y="400050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400050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(function calling)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19472" y="426110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4261104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sin1 бүс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19472" y="452170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452170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(client / server / edge)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Production-Ready цоорхой — TOP 8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223760" y="329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VERTMON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216152"/>
            <a:ext cx="731520" cy="237744"/>
          </a:xfrm>
          <a:prstGeom prst="roundRect">
            <a:avLst>
              <a:gd name="adj" fmla="val 23077"/>
            </a:avLst>
          </a:prstGeom>
          <a:solidFill>
            <a:srgbClr val="B3402F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216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КРИТИК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дуудлагад timeout алга — webhook 30 сек хүртэл гацаж болно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2176272"/>
            <a:ext cx="731520" cy="237744"/>
          </a:xfrm>
          <a:prstGeom prst="roundRect">
            <a:avLst>
              <a:gd name="adj" fmla="val 23077"/>
            </a:avLst>
          </a:prstGeom>
          <a:solidFill>
            <a:srgbClr val="B3402F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1762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КРИТИК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1792" y="2441448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түлхүүр хоосон утга руу fallback хийдэг — алдаа нь нууцлаг гарна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3136392"/>
            <a:ext cx="731520" cy="237744"/>
          </a:xfrm>
          <a:prstGeom prst="roundRect">
            <a:avLst>
              <a:gd name="adj" fmla="val 23077"/>
            </a:avLst>
          </a:prstGeom>
          <a:solidFill>
            <a:srgbClr val="B3402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3136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КРИТИК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1792" y="3401568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 AI гол зам unit тестгүй (мессежийн орох цэг)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" y="4096512"/>
            <a:ext cx="731520" cy="237744"/>
          </a:xfrm>
          <a:prstGeom prst="roundRect">
            <a:avLst>
              <a:gd name="adj" fmla="val 23077"/>
            </a:avLst>
          </a:prstGeom>
          <a:solidFill>
            <a:srgbClr val="B3402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КРИТИК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1792" y="4361688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Амжилтгүй мессежийн dead-letter дараалал алга — мессеж алдагдаж болно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1216152"/>
            <a:ext cx="731520" cy="237744"/>
          </a:xfrm>
          <a:prstGeom prst="roundRect">
            <a:avLst>
              <a:gd name="adj" fmla="val 23077"/>
            </a:avLst>
          </a:prstGeom>
          <a:solidFill>
            <a:srgbClr val="B97014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1216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ӨНДӨР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28032" y="1481328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тохиргооны startup шалгалт алга — буруу deploy хожуу илэрнэ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05740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28032" y="2176272"/>
            <a:ext cx="731520" cy="237744"/>
          </a:xfrm>
          <a:prstGeom prst="roundRect">
            <a:avLst>
              <a:gd name="adj" fmla="val 23077"/>
            </a:avLst>
          </a:prstGeom>
          <a:solidFill>
            <a:srgbClr val="B97014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21762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ӨНДӨР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28032" y="2441448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түүх хадгалахад retry алга — DB түр тасалдвал яриа алдагдана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28032" y="3136392"/>
            <a:ext cx="731520" cy="237744"/>
          </a:xfrm>
          <a:prstGeom prst="roundRect">
            <a:avLst>
              <a:gd name="adj" fmla="val 23077"/>
            </a:avLst>
          </a:prstGeom>
          <a:solidFill>
            <a:srgbClr val="51608A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3136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ДУНД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28032" y="3401568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Харилцагчийн жагсаалт pagination-гүй — өгөгдөл өсөхөд удааширна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97764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28032" y="4096512"/>
            <a:ext cx="731520" cy="237744"/>
          </a:xfrm>
          <a:prstGeom prst="roundRect">
            <a:avLst>
              <a:gd name="adj" fmla="val 23077"/>
            </a:avLst>
          </a:prstGeom>
          <a:solidFill>
            <a:srgbClr val="51608A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ДУНД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28032" y="4361688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 үлдэгдэл — төвлөрсөн logger руу шилжүүлэх шаардлагатай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Ажлын дараалал — 3 долоо хоног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223760" y="329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VERTMON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6517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1064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1-р долоо хоног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36245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06.11 – 06.17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170992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Найдвартай байдал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3042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дуудлагад timeout + fallback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хувьсагчийн startup шалгалт (Zod)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түлхүүрийг нэг factory-д төвлөрүүлэх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хадгалалтад retry логик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App Review өргөдлийг илгээх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21792" y="4005072"/>
            <a:ext cx="2322576" cy="256032"/>
          </a:xfrm>
          <a:prstGeom prst="roundRect">
            <a:avLst>
              <a:gd name="adj" fmla="val 21429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40050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Уулзалт: 06.17 Лхагва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051560"/>
            <a:ext cx="26517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051560"/>
            <a:ext cx="26517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3502152" y="11064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2-р долоо хоног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02152" y="136245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06.18 – 06.24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02152" y="170992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ба ажиглалт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011680"/>
            <a:ext cx="23042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Webhook, AIRouter, ToolExecutor тест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rate limit (middleware) тест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 дараалал нэвтрүүлэх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breadcrumb — мессежийн зам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check: DB + Gemini холболт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502152" y="4005072"/>
            <a:ext cx="2322576" cy="256032"/>
          </a:xfrm>
          <a:prstGeom prst="roundRect">
            <a:avLst>
              <a:gd name="adj" fmla="val 21429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3502152" y="40050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Уулзалт: 06.24 Лхагва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051560"/>
            <a:ext cx="26517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051560"/>
            <a:ext cx="26517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11064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3-р долоо хоног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82512" y="136245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06.25 – 06.30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82512" y="170992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Хатуужил ба нээлт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2011680"/>
            <a:ext cx="23042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load тест, гүйцэтгэл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+ лог цэвэрлэгээ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restore туршилт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+ rollback төлөвлөгөө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06.30: Go-live эцсийн хяналт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382512" y="4005072"/>
            <a:ext cx="2322576" cy="256032"/>
          </a:xfrm>
          <a:prstGeom prst="roundRect">
            <a:avLst>
              <a:gd name="adj" fmla="val 21429"/>
            </a:avLst>
          </a:prstGeom>
          <a:solidFill>
            <a:srgbClr val="D9A441"/>
          </a:solidFill>
          <a:ln/>
        </p:spPr>
      </p:sp>
      <p:sp>
        <p:nvSpPr>
          <p:cNvPr id="28" name="Text 26"/>
          <p:cNvSpPr/>
          <p:nvPr/>
        </p:nvSpPr>
        <p:spPr>
          <a:xfrm>
            <a:off x="6382512" y="40050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Зорилт: 06.30 Мягмар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Лхагва бүрийн уулзалтаар явцыг хянаж, эрэмбийг шинэчилнэ  →  2026.06.30 PRODUCTION READY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Vertmon LLC — уулзалтын хуваарь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223760" y="329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VERTMON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7315200" cy="0"/>
          </a:xfrm>
          <a:prstGeom prst="line">
            <a:avLst/>
          </a:prstGeom>
          <a:noFill/>
          <a:ln w="31750">
            <a:solidFill>
              <a:srgbClr val="9FB6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5296" y="1865376"/>
            <a:ext cx="384048" cy="38404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06.10 · Лхагва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" y="2487168"/>
            <a:ext cx="186537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" y="2487168"/>
            <a:ext cx="1865376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596896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Танилцуулга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" y="2889504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· санал цуглуулах · чиглэл тогтоох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28416" y="1865376"/>
            <a:ext cx="384048" cy="38404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06.17 · Лхагва 10:00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87752" y="2487168"/>
            <a:ext cx="186537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87752" y="2487168"/>
            <a:ext cx="1865376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2679192" y="2596896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Явц №1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79192" y="2889504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Менежер, тест хэрэглэгч томилох · туршилт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31536" y="1865376"/>
            <a:ext cx="384048" cy="38404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06.24 · Лхагва 10:00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90872" y="2487168"/>
            <a:ext cx="186537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2487168"/>
            <a:ext cx="1865376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782312" y="2596896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Явц №2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82312" y="2889504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Туршилт, асуулгын дүн · нээлтийн бэлтгэл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34656" y="1865376"/>
            <a:ext cx="384048" cy="384048"/>
          </a:xfrm>
          <a:prstGeom prst="ellipse">
            <a:avLst/>
          </a:prstGeom>
          <a:solidFill>
            <a:srgbClr val="D9A4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06.30 · Мягмар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93992" y="2487168"/>
            <a:ext cx="186537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93992" y="2487168"/>
            <a:ext cx="1865376" cy="5486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8" name="Text 26"/>
          <p:cNvSpPr/>
          <p:nvPr/>
        </p:nvSpPr>
        <p:spPr>
          <a:xfrm>
            <a:off x="6885432" y="2596896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7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85432" y="2889504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шалгуурын эцсийн хяналт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069080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6656" y="421538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4306824"/>
            <a:ext cx="182880" cy="1828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188720" y="41239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Календарийн урилга бэлэн: </a:t>
            </a:r>
            <a:pPr indent="0" marL="0">
              <a:buNone/>
            </a:pPr>
            <a:r>
              <a:rPr lang="en-US" sz="10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Лхагва бүр 10:00–11:00, 30 минутын өмнө сануулгатай. Файл: docs/vertmon-llc/Vertmon_LLC_uulzalt_huvaari.ics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Уулзалт бүрийн агенда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223760" y="329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VERTMON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6517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1064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06.10 · Лхагва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36245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Өнөөдөр — танилцуулга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170992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ЧИГЛЭЛ ТОГТООХ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3042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Системийн чадамжийн демо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Нэмэлт санал, хүсэлтийг сонсож цуглуулах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Хөгжүүлэлтийн чиглэл, эрэмбийг тогтоох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21792" y="4005072"/>
            <a:ext cx="2322576" cy="256032"/>
          </a:xfrm>
          <a:prstGeom prst="roundRect">
            <a:avLst>
              <a:gd name="adj" fmla="val 21429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40050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Үр дүн: батлагдсан чиглэл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051560"/>
            <a:ext cx="26517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051560"/>
            <a:ext cx="26517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3502152" y="11064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06.17 · Лхагва 10:00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02152" y="136245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Явц №1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02152" y="170992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ТОМИЛОЛТ БА ТУРШИЛТ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011680"/>
            <a:ext cx="23042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Хариуцсан борлуулалтын менежерүүдийг томилох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хэрэглэгчдийг сонгож, эрх олгох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Системийг бодит хэрэглээнд туршуулж эхлэх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санал асуулгыг тараах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502152" y="4005072"/>
            <a:ext cx="2322576" cy="256032"/>
          </a:xfrm>
          <a:prstGeom prst="roundRect">
            <a:avLst>
              <a:gd name="adj" fmla="val 21429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3502152" y="40050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Үр дүн: туршилт эхэлсэн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051560"/>
            <a:ext cx="26517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051560"/>
            <a:ext cx="26517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110642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06.24 · Лхагва 10:00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82512" y="136245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Явц №2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82512" y="170992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ДҮН БА БЭЛТГЭЛ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2011680"/>
            <a:ext cx="23042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Туршилт + UX санал асуулгын дүнг хэлэлцэх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Засварын эрэмбэ, go-live шалгуурыг шалгах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8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Нээлтийн бэлтгэл, runbook тойм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382512" y="4005072"/>
            <a:ext cx="2322576" cy="256032"/>
          </a:xfrm>
          <a:prstGeom prst="roundRect">
            <a:avLst>
              <a:gd name="adj" fmla="val 21429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6382512" y="40050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Үр дүн: нээлтийн шийдвэр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Эрсдэл ба бууруулах арга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223760" y="329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VERTMON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2070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0759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0789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App Review удаж болзошгүй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28032" y="1078992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2080" y="107899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Өргөдлийг 1-р долоо хоногт илгээж, зэрэгцээ ажиллана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1847088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97510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07568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61872" y="184708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моделийн нэр тохиргооноос зөрүүтэй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28032" y="1847088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212080" y="18470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Модел, квот, billing-ийг 1-р долоо хоногт баталгаажуулна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2615184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8368" y="27432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843784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61872" y="26151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сэргээлт хэзээ ч туршигдаагүй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28032" y="2615184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212080" y="261518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3-р долоо хоногт restore туршилт, баримтжуулалт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3383280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8368" y="35112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611880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61872" y="33832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функцийн 30 сек хязгаар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828032" y="3383280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212080" y="33832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дуудлагад өөрийн timeout + бэлэн fallback хариу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57200" y="4151376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5"/>
            </a:solidFill>
            <a:prstDash val="solid"/>
          </a:ln>
          <a:effectLst>
            <a:outerShdw sx="100000" sy="100000" kx="0" ky="0" algn="bl" rotWithShape="0" blurRad="88900" dist="25400" dir="8100000">
              <a:srgbClr val="0E1430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58368" y="42793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379976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61872" y="415137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долоо хоногийн шахуу хугацаа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828032" y="4151376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212080" y="415137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Лхагва бүр scope-оо эргэн хянаж, дахин эрэмбэлнэ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«Production Ready» шалгуур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223760" y="329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VERTMON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37760" y="786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одоо бэлэн      </a:t>
            </a:r>
            <a:pPr algn="r" indent="0" marL="0">
              <a:buNone/>
            </a:pPr>
            <a:r>
              <a:rPr lang="en-US" sz="1000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06.30 хүртэл хийгдэнэ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84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801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typecheck, тест бүгд ногоон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366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8653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гарын үсэг + rate limit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4505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RLS, аюулгүй байдлын засварууд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5409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30358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тохиргооны startup шалгалт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39312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36210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+ retry + dead-letter дараалал</a:t>
            </a:r>
            <a:endParaRPr lang="en-US" sz="11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224528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0120" y="42062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 замын unit тест бүрэн</a:t>
            </a:r>
            <a:endParaRPr lang="en-US" sz="11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1298448"/>
            <a:ext cx="274320" cy="274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66360" y="12801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alert + health monitoring</a:t>
            </a:r>
            <a:endParaRPr lang="en-US" sz="11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1883664"/>
            <a:ext cx="274320" cy="27432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66360" y="18653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restore туршигдсан</a:t>
            </a:r>
            <a:endParaRPr lang="en-US" sz="11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2468880"/>
            <a:ext cx="274320" cy="27432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166360" y="24505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тест давсан</a:t>
            </a:r>
            <a:endParaRPr lang="en-US" sz="11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054096"/>
            <a:ext cx="274320" cy="2743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166360" y="30358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App Review баталгаажсан</a:t>
            </a:r>
            <a:endParaRPr lang="en-US" sz="11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3639312"/>
            <a:ext cx="274320" cy="27432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166360" y="36210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+ rollback бэлэн</a:t>
            </a:r>
            <a:endParaRPr lang="en-US" sz="115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4224528"/>
            <a:ext cx="274320" cy="27432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5166360" y="42062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Pagination, гүйцэтгэлийн цэвэрлэгээ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Дараагийн алхам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143560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Уулзалтын хуваарийг батлах — календарийн урилгыг (.ics) багт түгээх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2093976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хэрэглэгчдийг томилох — санал асуулгыг UX талаас цуглуулж эхлэх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275234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Business Verification-ийг өнөөдрөөс эхлүүлэх (хамгийн урт хүлээлттэй)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341071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орчны түлхүүр, эрхийн солилцоог аюулгүй сувгаар хийх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0" y="4343400"/>
            <a:ext cx="9144000" cy="777240"/>
          </a:xfrm>
          <a:prstGeom prst="rect">
            <a:avLst/>
          </a:prstGeom>
          <a:solidFill>
            <a:srgbClr val="151D4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0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97280" y="4526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Дараагийн уулзалт — 2026.06.17, Лхагва, 10:00 · Vertmon LLC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Vertmon Hub — Production-Ready төлөвлөгөө</dc:title>
  <dc:subject>PptxGenJS Presentation</dc:subject>
  <dc:creator>Vertmon Hub</dc:creator>
  <cp:lastModifiedBy>Vertmon Hub</cp:lastModifiedBy>
  <cp:revision>1</cp:revision>
  <dcterms:created xsi:type="dcterms:W3CDTF">2026-06-10T05:47:45Z</dcterms:created>
  <dcterms:modified xsi:type="dcterms:W3CDTF">2026-06-10T05:47:45Z</dcterms:modified>
</cp:coreProperties>
</file>